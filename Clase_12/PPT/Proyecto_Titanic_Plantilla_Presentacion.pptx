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1605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ALUMNO: esta portada no cuenta dentro de las 5 slides. Pon los nombres y la fecha, y borra esta nota.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ALUMNO: 30 segundos de exposición para esta slide. Es contexto, no hallazgos. No te extiendas.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ALUMNO: 1 minuto. Si alguna hipótesis falló, dilo: es lo más interesante que puedes contar aquí.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ALUMNO: 2 minutos, es la slide más densa. Recorre la tabla de arriba abajo señalando dónde están los saltos grandes y dónde no pasa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ALUMNO: 2 minutos y medio, la mitad de tu tiempo. No leas la tabla: cuenta la historia. 'Esperábamos X, encontramos Y, y creemos que pasa porque Z.'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ALUMNO: 1 minuto. Cierra con las limitaciones, no con el umbral: deja al público con la impresión de que sabes hasta dónde llegan tus datos. Eso da más credibilidad que cualquier métrica.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71600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71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sobrevivió</a:t>
            </a:r>
            <a:endParaRPr lang="en-US" sz="42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Titanic?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13232" y="3840480"/>
            <a:ext cx="5852160" cy="685800"/>
          </a:xfrm>
          <a:prstGeom prst="roundRect">
            <a:avLst>
              <a:gd name="adj" fmla="val 8000"/>
            </a:avLst>
          </a:prstGeom>
          <a:solidFill>
            <a:srgbClr val="0E2E5E"/>
          </a:solidFill>
          <a:ln w="15875">
            <a:solidFill>
              <a:srgbClr val="2E5AA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96112" y="3840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4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de la pareja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470916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0E2E5E"/>
          </a:solidFill>
          <a:ln w="15875">
            <a:solidFill>
              <a:srgbClr val="2E5AA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96112" y="4709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2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5943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5 slides · 7 minutos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DE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y los datos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predice, con cuántos casos, y qué tan desbalanceados están.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40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predecimos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697480"/>
            <a:ext cx="3063240" cy="1965960"/>
          </a:xfrm>
          <a:prstGeom prst="roundRect">
            <a:avLst>
              <a:gd name="adj" fmla="val 279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60120" y="2697480"/>
            <a:ext cx="2697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qué variable se predice y qué significa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valga 1 o 0.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205740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240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datos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26280" y="2697480"/>
            <a:ext cx="3063240" cy="1965960"/>
          </a:xfrm>
          <a:prstGeom prst="roundRect">
            <a:avLst>
              <a:gd name="adj" fmla="val 279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709160" y="2697480"/>
            <a:ext cx="2697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pasajeros. Cómo se dividieron entre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y prueba.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05740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240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desbalanceado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75320" y="2697480"/>
            <a:ext cx="3063240" cy="1965960"/>
          </a:xfrm>
          <a:prstGeom prst="roundRect">
            <a:avLst>
              <a:gd name="adj" fmla="val 279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458200" y="2697480"/>
            <a:ext cx="2697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porcentaje sobrevivió. Y qué exactitud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tendría predecir siempre la clase mayoritaria.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53675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526694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que no puede faltar en esta slide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" y="5614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comparación contra la regla trivial. Si no dices qué acertaría un modelo que no mira ningún dato, nadie puede juzgar si el tuyo sirve.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DE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vimos antes de modelar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tres hipótesis, y si se cumplieron o no.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675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40280" y="2212848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423160" y="22128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creías antes de modelar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94960" y="2212848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577840" y="221284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cumplió?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6675120" cy="868680"/>
          </a:xfrm>
          <a:prstGeom prst="roundRect">
            <a:avLst>
              <a:gd name="adj" fmla="val 6316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54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40280" y="3172968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423160" y="31729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creías antes de modelar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94960" y="3172968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577840" y="317296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cumplió?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6675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114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40280" y="4133088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2423160" y="413308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creías antes de modelar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94960" y="4133088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577840" y="413308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cumplió?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06640" y="2103120"/>
            <a:ext cx="4233672" cy="2788920"/>
          </a:xfrm>
          <a:prstGeom prst="roundRect">
            <a:avLst>
              <a:gd name="adj" fmla="val 196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53528" y="238658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91272" y="228600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un gráfico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53528" y="2651760"/>
            <a:ext cx="3749040" cy="2057400"/>
          </a:xfrm>
          <a:prstGeom prst="roundRect">
            <a:avLst>
              <a:gd name="adj" fmla="val 2667"/>
            </a:avLst>
          </a:prstGeom>
          <a:solidFill>
            <a:srgbClr val="0E2E5E"/>
          </a:solidFill>
          <a:ln w="15875">
            <a:solidFill>
              <a:srgbClr val="2E5AA8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7836408" y="2651760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aquí el gráfico</a:t>
            </a:r>
            <a:endParaRPr lang="en-US" sz="1100" dirty="0"/>
          </a:p>
          <a:p>
            <a:pPr marL="0" indent="0" algn="ctr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Parte 1 que</a:t>
            </a:r>
            <a:endParaRPr lang="en-US" sz="1100" dirty="0"/>
          </a:p>
          <a:p>
            <a:pPr marL="0" indent="0" algn="ctr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te sorprendió.</a:t>
            </a:r>
            <a:endParaRPr lang="en-US" sz="1100" dirty="0"/>
          </a:p>
          <a:p>
            <a:pPr marL="0" indent="0" algn="ctr">
              <a:lnSpc>
                <a:spcPct val="114000"/>
              </a:lnSpc>
              <a:buNone/>
            </a:pPr>
            <a:endParaRPr lang="en-US" sz="1100" dirty="0"/>
          </a:p>
          <a:p>
            <a:pPr marL="0" indent="0" algn="ctr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solo, el mejor.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" y="53675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526694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valora aquí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4672" y="5614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hayas escrito las hipótesis ANTES de modelar, y que reconozcas cuál se cayó. Equivocarse en una hipótesis no resta: esconderlo sí.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DE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seis modelos, y qué aportó cada variable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completa, con las métricas en prueba.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6949440" cy="281635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que se agrega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en prueba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Ganancia de 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ninguna (regla trivial)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2057400"/>
            <a:ext cx="4005072" cy="1600200"/>
          </a:xfrm>
          <a:prstGeom prst="roundRect">
            <a:avLst>
              <a:gd name="adj" fmla="val 342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82128" y="23225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19872" y="2221992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variable que más aportó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882128" y="2587752"/>
            <a:ext cx="3566160" cy="932688"/>
          </a:xfrm>
          <a:prstGeom prst="roundRect">
            <a:avLst>
              <a:gd name="adj" fmla="val 5882"/>
            </a:avLst>
          </a:prstGeom>
          <a:solidFill>
            <a:srgbClr val="0E2E5E"/>
          </a:solidFill>
          <a:ln w="15875">
            <a:solidFill>
              <a:srgbClr val="2E5AA8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8065008" y="2587752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 fue, y cuánto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subió el AUC.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35240" y="3840480"/>
            <a:ext cx="4005072" cy="1600200"/>
          </a:xfrm>
          <a:prstGeom prst="roundRect">
            <a:avLst>
              <a:gd name="adj" fmla="val 342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82128" y="41056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19872" y="4005072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 NO aportó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882128" y="4370832"/>
            <a:ext cx="3566160" cy="932688"/>
          </a:xfrm>
          <a:prstGeom prst="roundRect">
            <a:avLst>
              <a:gd name="adj" fmla="val 5882"/>
            </a:avLst>
          </a:prstGeom>
          <a:solidFill>
            <a:srgbClr val="C40D51"/>
          </a:solidFill>
          <a:ln w="15875">
            <a:solidFill>
              <a:srgbClr val="FF8FBB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8065008" y="4370832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 fue, y tu explicación</a:t>
            </a:r>
            <a:endParaRPr lang="en-US" sz="10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por qué agregar</a:t>
            </a:r>
            <a:endParaRPr lang="en-US" sz="10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puede empeorar.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5120640"/>
            <a:ext cx="6949440" cy="1097280"/>
          </a:xfrm>
          <a:prstGeom prst="roundRect">
            <a:avLst>
              <a:gd name="adj" fmla="val 5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" y="53675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42416" y="5266944"/>
            <a:ext cx="5705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con esto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04672" y="5614416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métricas de esta tabla tienen que ser de PRUEBA. Si reportas las de entrenamiento, la tabla no significa nada.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0233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DE 5 · LA MÁS IMPORTANTE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hallazgo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coeficiente que cambió al agregar otra variable, y por qué.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5852160" cy="1828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Coeficiente de la 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97764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 con la MISMA variable en modelos distintos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629400" y="2103120"/>
            <a:ext cx="5010912" cy="2103120"/>
          </a:xfrm>
          <a:prstGeom prst="roundRect">
            <a:avLst>
              <a:gd name="adj" fmla="val 260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76288" y="238658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14032" y="2286000"/>
            <a:ext cx="4334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explicación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76288" y="2651760"/>
            <a:ext cx="4572000" cy="1417320"/>
          </a:xfrm>
          <a:prstGeom prst="roundRect">
            <a:avLst>
              <a:gd name="adj" fmla="val 3871"/>
            </a:avLst>
          </a:prstGeom>
          <a:solidFill>
            <a:srgbClr val="0E2E5E"/>
          </a:solidFill>
          <a:ln w="15875">
            <a:solidFill>
              <a:srgbClr val="2E5AA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7059168" y="2651760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cambia ese coeficiente?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relación hay entre las dos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que lo explica?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38912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3891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slide vale 20 de los 100 puntos. Si la explicas bien, el proyecto está aprobado con holgura.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5486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si te atascas: compara el coeficiente de una variable que parecía no importar cuando estaba sola. Y piensa qué tienen en común esa variable y la que agregaste.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DE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y sus límites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que elegiste, por qué, y qué no permite concluir tu análisis.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68112" cy="2103120"/>
          </a:xfrm>
          <a:prstGeom prst="roundRect">
            <a:avLst>
              <a:gd name="adj" fmla="val 260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34086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240280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elegido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" y="2606040"/>
            <a:ext cx="4983480" cy="548640"/>
          </a:xfrm>
          <a:prstGeom prst="roundRect">
            <a:avLst>
              <a:gd name="adj" fmla="val 10000"/>
            </a:avLst>
          </a:prstGeom>
          <a:solidFill>
            <a:srgbClr val="0E2E5E"/>
          </a:solidFill>
          <a:ln w="15875">
            <a:solidFill>
              <a:srgbClr val="2E5AA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87552" y="26060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5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" y="3246120"/>
            <a:ext cx="4983480" cy="777240"/>
          </a:xfrm>
          <a:prstGeom prst="roundRect">
            <a:avLst>
              <a:gd name="adj" fmla="val 7059"/>
            </a:avLst>
          </a:prstGeom>
          <a:solidFill>
            <a:srgbClr val="0E2E5E"/>
          </a:solidFill>
          <a:ln w="15875">
            <a:solidFill>
              <a:srgbClr val="2E5AA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87552" y="32461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qué, conectado con el escenario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aseguradora.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057400"/>
            <a:ext cx="546811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9088" y="234086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2240280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pasa con ese umbral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19088" y="260604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601968" y="2606040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Precisión, recall, y cuántos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 y falsos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negativos implica.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números concretos.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11091672" cy="1874520"/>
          </a:xfrm>
          <a:prstGeom prst="roundRect">
            <a:avLst>
              <a:gd name="adj" fmla="val 2927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46085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4507992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cosas que este análisis NO permite concluir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4672" y="4892040"/>
            <a:ext cx="3383280" cy="109728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987552" y="4892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70832" y="4892040"/>
            <a:ext cx="3383280" cy="109728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553712" y="4892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36992" y="4892040"/>
            <a:ext cx="3383280" cy="109728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8119872" y="4892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75488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 ESTA SLIDE ANTES DE EXPONER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usar esta plantilla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para la pareja. No forma parte de la presentación.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311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80160" y="21305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 los recuadros punteados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120640" y="2167128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los huecos. Borra el texto de ayuda y pon tu contenido.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62072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0358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80160" y="29352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Respeta las 5 slides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120640" y="2971800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más ni menos. La portada no cuenta.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66744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840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80160" y="37398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Reparte los 7 minutos así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20640" y="3776472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1: 30 s · Slide 2: 1 min · Slide 3: 2 min · Slide 4: 2.5 min · Slide 5: 1 min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71416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64515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80160" y="45445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exponen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120640" y="4581144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Repártanse las slides. Se evalúa a la pareja, no a uno.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27608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4498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449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280160" y="53492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una historia, no leas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120640" y="5385816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todo en la slide 4: qué esperaban, qué encontraron, por qué creen que pasa.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172200"/>
            <a:ext cx="11091672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854</Words>
  <Application>Microsoft Macintosh PowerPoint</Application>
  <PresentationFormat>Widescreen</PresentationFormat>
  <Paragraphs>127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final — Plantilla</dc:title>
  <dc:subject>PptxGenJS Presentation</dc:subject>
  <dc:creator>Rodrigo</dc:creator>
  <cp:lastModifiedBy>Josef Rodriguez</cp:lastModifiedBy>
  <cp:revision>2</cp:revision>
  <dcterms:created xsi:type="dcterms:W3CDTF">2026-08-29T00:15:37Z</dcterms:created>
  <dcterms:modified xsi:type="dcterms:W3CDTF">2026-08-29T00:24:06Z</dcterms:modified>
</cp:coreProperties>
</file>